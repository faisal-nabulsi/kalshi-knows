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Inter"/>
      <p:regular r:id="rId14"/>
      <p:bold r:id="rId15"/>
      <p:italic r:id="rId16"/>
      <p:boldItalic r:id="rId17"/>
    </p:embeddedFon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T0JEg1lhinAysAgEjn338Tl6Y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schemas.openxmlformats.org/officeDocument/2006/relationships/font" Target="fonts/HelveticaNeue-regular.fntdata"/><Relationship Id="rId19" Type="http://schemas.openxmlformats.org/officeDocument/2006/relationships/font" Target="fonts/HelveticaNeue-bold.fntdata"/><Relationship Id="rId20" Type="http://schemas.openxmlformats.org/officeDocument/2006/relationships/font" Target="fonts/HelveticaNeue-italic.fntdata"/><Relationship Id="rId21" Type="http://schemas.openxmlformats.org/officeDocument/2006/relationships/font" Target="fonts/HelveticaNeue-boldItalic.fntdata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 with a question, not a product description: "A game changes, a number moves, and most of us still haven't seen what happened. Who finds out first?" Pause.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Walk the audience through the actual sequence. The median market reaction of ~7 seconds comes from the team matched sample. Streaming times are outside reference observations and not measured in the same sample. An alert is not always a correctly identified play.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When the model names a play, it's right 87% of the time: 26 of 30 on 2026 games it never saw, with the game state arriving a play late like it does live; turnovers 7 of 7. When it's at least 80% sure it's right about 4 in 5 across four tests. If asked: the 89.7% figure only holds if you already know a big play happened, so we don't lead with it.</a:t>
            </a: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Show the three live alerts matched to ESPN play-by-play, leading by 39, 50 and 65 seconds. This is an ESPN public-feed comparison, NOT measured latency against a synchronized TV stream; it is a small sample of three.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Show the working website and notification. Explain: the system watches public Kalshi prices; a sudden move triggers a possible event; the notification gets sent; the play type is verified later when reliable data arrives. Do not claim instant perfect classification.</a:t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"This was a niche curiosity not that long ago. In July, Kalshi and Polymarket handled roughly $53 billion in contracts." Note this is trading volume, not platform revenue and certainly not the addressable software market.</a:t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Point to examples, no claim that one model predicts everything. Economics: CPI and Fed announcements. Politics: certified results/poll releases (neutral monitoring). Law: docket releases or legislation, not claims of tradable court outcomes. Weather: published NWS data. Each case needs its own data and model.</a:t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"For fans it is a notification. For a researcher it is the ability to search what moved a market and what actually happened. Market teams may want aggregated monitoring." These are hypotheses, not signed customers, and the point is to learn if people will pay.</a:t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the practical roadmap. Weeks: test on genuinely unseen games and publish the misses. Then build better replay and alert controls with users. Only after that start one new domain with reliable release timestamps.</a:t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94944" y="612648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MARKET STARTS WITH ONE QUESTION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581912"/>
            <a:ext cx="9784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700"/>
              <a:buFont typeface="Helvetica Neue"/>
              <a:buNone/>
            </a:pPr>
            <a:r>
              <a:rPr b="1" i="0" lang="en-US" sz="5700" u="none" cap="none" strike="noStrike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finds out</a:t>
            </a:r>
            <a:endParaRPr b="0" i="0" sz="6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700"/>
              <a:buFont typeface="Helvetica Neue"/>
              <a:buNone/>
            </a:pPr>
            <a:r>
              <a:rPr b="1" i="0" lang="en-US" sz="5700" u="none" cap="none" strike="noStrike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first?</a:t>
            </a:r>
            <a:endParaRPr b="0" i="0" sz="6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94944" y="4379976"/>
            <a:ext cx="978408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94944" y="4791456"/>
            <a:ext cx="9235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few seconds can change what everyone thinks will happen.</a:t>
            </a:r>
            <a:endParaRPr/>
          </a:p>
        </p:txBody>
      </p:sp>
      <p:pic>
        <p:nvPicPr>
          <p:cNvPr descr="/mnt/data/kalshi_knows_rebuilt/assets/lion_mark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920240"/>
            <a:ext cx="2148840" cy="2148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kalshi_knows_rebuilt/assets/vss_mark_dark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6153912"/>
            <a:ext cx="402336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252728" y="621792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·  FAISAL NABULSI  ·  KEVIN HUANG  ·  DUGAR  ·  VSS HACKATHON 2026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 /   HOW IT WORKS</a:t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 seasons of NFL plays. ~8,800 real Kalshi price jumps.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612648" y="193852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paired game history with market moves, then checked the labels by hand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640080" y="28803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3675887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NFL seasons</a:t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640080" y="416052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available play, with score, clock, field position and result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4526280" y="28803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8,800</a:t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4526280" y="3675887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price jumps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4526280" y="416052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Labeled the jumps, then went back through them to check the calls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8229600" y="28803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8229600" y="3675887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Event detector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8229600" y="416052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Spots a jump and predicts the play behind it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Tested on games the model never saw; labels hand-audited (15% errors found and fixed)</a:t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640080" y="5394960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Matched Claude Opus 5.5 on accuracy (77% vs 76%), better calibrated, answers in 7 ms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EVIDENCE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it names a play, it's right 87% of the time.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 of 30 named calls right on unseen 2026 games, live conditions · turnovers 7 of 7</a:t>
            </a:r>
            <a:endParaRPr/>
          </a:p>
        </p:txBody>
      </p:sp>
      <p:cxnSp>
        <p:nvCxnSpPr>
          <p:cNvPr id="51" name="Google Shape;51;p3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961888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Unseen 2026 games, one-play-late live game state · when it's 80%+ sure: right ~4 in 5 across four tests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Picture 63" descr="j_confidence_t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079" y="2075688"/>
            <a:ext cx="5606474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EVIDENCE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alerts arrived 18–65 seconds before ESPN’s feed.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timings compare our alerts with ESPN’s public play-by-play feed, not live TV</a:t>
            </a:r>
            <a:endParaRPr/>
          </a:p>
        </p:txBody>
      </p:sp>
      <p:cxnSp>
        <p:nvCxnSpPr>
          <p:cNvPr id="74" name="Google Shape;74;p4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961888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Live, Oct 11 2026 · real-time Kalshi stream: first buzz ~5 s after the market moves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/mnt/data/kalshi_knows_rebuilt/assets/06_live_head_start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2295144"/>
            <a:ext cx="10497312" cy="3401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 /   LIVE DEMO</a:t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model makes a call. The bot sends a demo order.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612648" y="193852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built the whole thing, from a live price jump to an order on Kalshi’s demo exchange</a:t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777240" y="274320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1572768" y="2743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WATCH</a:t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370332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Kalshi prices update</a:t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777240" y="354787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1572768" y="3547872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</a:t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3703320" y="354787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model flags a jump and predicts the play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777240" y="4352544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1572768" y="4352544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</a:t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3703320" y="435254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auto-bettor submits a play-money order through Kalshi’s API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777240" y="5157216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1572768" y="5157216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3703320" y="5157216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show the alert, order log and what actually happened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 exchange only · No real-money execution or profitability claim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MARKET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$53B traded in one month across Kalshi and Polymarket.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July 2026 volume was about 26 times the level a year earlier</a:t>
            </a:r>
            <a:endParaRPr/>
          </a:p>
        </p:txBody>
      </p:sp>
      <p:cxnSp>
        <p:nvCxnSpPr>
          <p:cNvPr id="118" name="Google Shape;118;p6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976872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Pew Research Center / The Block, September 23 2026 · monthly global notional volume, NOT software TAM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/mnt/data/kalshi_knows_rebuilt/assets/01_market_volume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" y="2084832"/>
            <a:ext cx="1069848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EXPANSION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same approach could work far beyond football.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signal is a price move. The hard part is finding reliable evidence for what caused it</a:t>
            </a:r>
            <a:endParaRPr/>
          </a:p>
        </p:txBody>
      </p:sp>
      <p:cxnSp>
        <p:nvCxnSpPr>
          <p:cNvPr id="141" name="Google Shape;141;p7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991856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 of prospective product categories; existence of tradeable contracts depends on exchange listings and law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2104" y="21122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CATEGORY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770632" y="2112264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 CHECK</a:t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715000" y="2112264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USERS GET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8759952" y="211226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WOULD USE IT</a:t>
            </a:r>
            <a:endParaRPr/>
          </a:p>
        </p:txBody>
      </p:sp>
      <p:cxnSp>
        <p:nvCxnSpPr>
          <p:cNvPr id="158" name="Google Shape;158;p7"/>
          <p:cNvCxnSpPr/>
          <p:nvPr/>
        </p:nvCxnSpPr>
        <p:spPr>
          <a:xfrm>
            <a:off x="813816" y="2505456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832104" y="2578608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SPORTS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770632" y="2578608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play-by-play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705856" y="2578608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Alerts before replays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759952" y="2578608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Fans and viewers</a:t>
            </a:r>
            <a:endParaRPr/>
          </a:p>
        </p:txBody>
      </p:sp>
      <p:cxnSp>
        <p:nvCxnSpPr>
          <p:cNvPr id="163" name="Google Shape;163;p7"/>
          <p:cNvCxnSpPr/>
          <p:nvPr/>
        </p:nvCxnSpPr>
        <p:spPr>
          <a:xfrm>
            <a:off x="813816" y="309067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7"/>
          <p:cNvSpPr/>
          <p:nvPr/>
        </p:nvSpPr>
        <p:spPr>
          <a:xfrm>
            <a:off x="832104" y="3163824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ECONOMICS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770632" y="3163824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Economic releases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705856" y="3163824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CPI / rate change alerts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759952" y="3163824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Analysts</a:t>
            </a:r>
            <a:endParaRPr/>
          </a:p>
        </p:txBody>
      </p:sp>
      <p:cxnSp>
        <p:nvCxnSpPr>
          <p:cNvPr id="168" name="Google Shape;168;p7"/>
          <p:cNvCxnSpPr/>
          <p:nvPr/>
        </p:nvCxnSpPr>
        <p:spPr>
          <a:xfrm>
            <a:off x="813816" y="3675888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832104" y="3749040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POLITICS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770632" y="3749040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and poll releases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5705856" y="3749040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Odds vs reported results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759952" y="3749040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Journalists / researchers</a:t>
            </a:r>
            <a:endParaRPr/>
          </a:p>
        </p:txBody>
      </p:sp>
      <p:cxnSp>
        <p:nvCxnSpPr>
          <p:cNvPr id="173" name="Google Shape;173;p7"/>
          <p:cNvCxnSpPr/>
          <p:nvPr/>
        </p:nvCxnSpPr>
        <p:spPr>
          <a:xfrm>
            <a:off x="813816" y="4261104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832104" y="4334256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LEGAL / POLICY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770632" y="4334256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Court orders and new bills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705856" y="4334256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Ruling and policy alerts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8759952" y="4334256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Legal / policy teams</a:t>
            </a:r>
            <a:endParaRPr/>
          </a:p>
        </p:txBody>
      </p:sp>
      <p:cxnSp>
        <p:nvCxnSpPr>
          <p:cNvPr id="178" name="Google Shape;178;p7"/>
          <p:cNvCxnSpPr/>
          <p:nvPr/>
        </p:nvCxnSpPr>
        <p:spPr>
          <a:xfrm>
            <a:off x="813816" y="4846320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832104" y="4919472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WEATHER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770632" y="4919472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Forecasts and weather data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705856" y="4919472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 and temperature moves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759952" y="4919472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Insurance / operations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BUSINESS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fans. Then build the tools analysts actually need.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Fans want to know what happened. Researchers want to know why prices moved.</a:t>
            </a:r>
            <a:endParaRPr/>
          </a:p>
        </p:txBody>
      </p:sp>
      <p:cxnSp>
        <p:nvCxnSpPr>
          <p:cNvPr id="192" name="Google Shape;192;p8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006840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 alerts → Pro ~$15/mo (picks + auto-bet rules) → B2B data/API · Picks model: won 58% of 1,603 unseen bets, +12% after fees (break-even 52.4%, pros ~55%)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77240" y="2523744"/>
            <a:ext cx="3200400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77240" y="268833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  SPORTS FANS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77240" y="3136392"/>
            <a:ext cx="313639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Know before the replay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777240" y="4325112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alerts, replays and a record of which calls were right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77240" y="5404104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fan communities and watch parties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07992" y="2523744"/>
            <a:ext cx="3200400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507992" y="268833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  RESEARCHERS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507992" y="3136392"/>
            <a:ext cx="313639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why prices moved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507992" y="4325112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 past price swings and compare them with the actual news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507992" y="5404104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whether teams will pay for historical data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8229600" y="2523744"/>
            <a:ext cx="3200400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229600" y="268833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  MARKET TEAMS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229600" y="3136392"/>
            <a:ext cx="313639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Watch many markets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8229600" y="4325112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Flag unusual activity and pull market history through an API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229600" y="5404104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Talk to trading firms and exchanges before building this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NEXT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Next: every market, a decade of data, RL on profit.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 on 4.36M+ settled markets (Kalshi + Polymarket) with reinforcement learning; today we were limited by compute and training time</a:t>
            </a:r>
            <a:endParaRPr/>
          </a:p>
        </p:txBody>
      </p:sp>
      <p:cxnSp>
        <p:nvCxnSpPr>
          <p:cNvPr id="229" name="Google Shape;229;p9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230" name="Google Shape;2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0021824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milestones; dates and KPIs are targets, not currently achieved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86384" y="2459736"/>
            <a:ext cx="3337560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86384" y="2697480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 /  2 WEEKS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86384" y="3209544"/>
            <a:ext cx="325526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on new games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86384" y="43616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 every alert, check the timing and count false alarms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498848" y="2459736"/>
            <a:ext cx="3337560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498848" y="2697480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THAT  /  1–3 MONTHS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498848" y="3209544"/>
            <a:ext cx="325526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the app useful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498848" y="43616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alerts and replays, then test with actual users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211312" y="2459736"/>
            <a:ext cx="3337560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211312" y="2697480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LONGER TERM  /  3–6 MONTHS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211312" y="3209544"/>
            <a:ext cx="325526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another category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8211312" y="43616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economic or weather releases and compare market reactions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2026-10-11T21:29:32Z</dcterms:created>
  <dc:creator>Kalshi Knows · VSS Hackathon</dc:creator>
</cp:coreProperties>
</file>