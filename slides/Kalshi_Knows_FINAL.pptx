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"For fans it is a notification. For a researcher it is the ability to search what moved a market and what actually happened. Market teams may want aggregated monitoring." These are hypotheses, not signed customers, and the point is to learn if people will pay.</a:t>
            </a:r>
            <a:endParaRPr/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This is the practical roadmap. Weeks: test on genuinely unseen games and publish the misses. Then build better replay and alert controls with users. Only after that start one new domain with reliable release timestamps.</a:t>
            </a:r>
            <a:endParaRPr/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September 23 2026 · monthly global notional volume, NOT software TAM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Examples of prospective product categories; existence of tradeable contracts depends on exchange listings and law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POLITICS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Results and poll releases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Odds vs reported results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Journalists / researchers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want to know what happened. Researchers want to know why prices moved.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→ B2B data/API · Picks model: +12% after fees on 1,603 unseen bets (break-even 52.4%, pros ~55%)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Targets, not results · Public data only · No real money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2 WEEKS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on new games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Record every alert, check the timing and count false alarms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