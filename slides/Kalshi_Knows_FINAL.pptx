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5" r:id="rId23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Inter"/>
      <p:regular r:id="rId14"/>
      <p:bold r:id="rId15"/>
      <p:italic r:id="rId16"/>
      <p:boldItalic r:id="rId17"/>
    </p:embeddedFont>
    <p:embeddedFont>
      <p:font typeface="Helvetica Neue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T0JEg1lhinAysAgEjn338Tl6Y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schemas.openxmlformats.org/officeDocument/2006/relationships/font" Target="fonts/HelveticaNeue-regular.fntdata"/><Relationship Id="rId19" Type="http://schemas.openxmlformats.org/officeDocument/2006/relationships/font" Target="fonts/HelveticaNeue-bold.fntdata"/><Relationship Id="rId20" Type="http://schemas.openxmlformats.org/officeDocument/2006/relationships/font" Target="fonts/HelveticaNeue-italic.fntdata"/><Relationship Id="rId21" Type="http://schemas.openxmlformats.org/officeDocument/2006/relationships/font" Target="fonts/HelveticaNeue-boldItalic.fntdata"/><Relationship Id="rId22" Type="http://customschemas.google.com/relationships/presentationmetadata" Target="metadata"/><Relationship Id="rId2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with a question, not a product description: "A game changes, a number moves, and most of us still haven't seen what happened. Who finds out first?" Pause.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Walk the audience through the actual sequence. The median market reaction of ~7 seconds comes from the team matched sample. Streaming times are outside reference observations and not measured in the same sample. An alert is not always a correctly identified play.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When the model names a play, it's right 87% of the time: 26 of 30 on 2026 games it never saw, with the game state arriving a play late like it does live; turnovers 7 of 7. When it's at least 80% sure it's right about 4 in 5 across four tests. If asked: the 89.7% figure only holds if you already know a big play happened, so we don't lead with it.</a:t>
            </a: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three live alerts matched to ESPN play-by-play, leading by 39, 50 and 65 seconds. This is an ESPN public-feed comparison, NOT measured latency against a synchronized TV stream; it is a small sample of three.</a:t>
            </a:r>
            <a:endParaRPr/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working website and notification. Explain: the system watches public Kalshi prices; a sudden move triggers a possible event; the notification gets sent; the play type is verified later when reliable data arrives. Do not claim instant perfect classification.</a:t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"This was a niche curiosity not that long ago. In July, Kalshi and Polymarket handled roughly $53 billion in contracts." Note this is trading volume, not platform revenue and certainly not the addressable software market.</a:t>
            </a:r>
            <a:endParaRPr/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Point to examples, no claim that one model predicts everything. Economics: CPI and Fed announcements. Politics: certified results/poll releases (neutral monitoring). Law: docket releases or legislation, not claims of tradable court outcomes. Weather: published NWS data. Each case needs its own data and model.</a:t>
            </a:r>
            <a:endParaRPr/>
          </a:p>
        </p:txBody>
      </p:sp>
      <p:sp>
        <p:nvSpPr>
          <p:cNvPr id="135" name="Google Shape;1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'$10 on every pick our model made on markets it had never seen: plus $992 after fees, a 10% return. An elite bettor makes about 5%. Break-even is 52.4%.'</a:t>
            </a:r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'We built a reinforcement learning pipeline, GRPO, rewarded purely on profit, and it's running on a GPU. Next: a bigger model, every market, a decade of data.' If asked about results: the first short runs haven't found an edge yet, which is what you'd expect from a small model in a few minutes.</a:t>
            </a:r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MARKET STARTS WITH ONE QUESTION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finds out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few seconds can change what everyone thinks will happen.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  ·  VSS HACKATHON 2026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 THE VIDEO  ·  41 SECONDS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▶  Kalshi Knows in 41 seconds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video/kalshi-knows-ad.mp4  ·  backup: github.com/faisal-nabulsi/kalshi-knows/releases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HOW IT WORKS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 seasons of NFL plays. ~8,800 real Kalshi price jumps.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paired game history with market moves, then checked the labels by hand</a:t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6400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6400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NFL seasons</a:t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400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available play, with score, clock, field position and result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5262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8,800</a:t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45262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price jumps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45262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Labeled the jumps, then went back through them to check the calls</a:t>
            </a:r>
            <a:endParaRPr/>
          </a:p>
        </p:txBody>
      </p:sp>
      <p:sp>
        <p:nvSpPr>
          <p:cNvPr id="37" name="Google Shape;37;p2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822960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Event detector</a:t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822960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Spots a jump and predicts the play behind it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0080" y="60807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Tested on games the model never saw; labels hand-audited (15% errors found and fixed)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640080" y="5394960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Beat Claude Opus 5.5 on prediction quality (log loss 0.51 vs 0.62, significant) · same accuracy · 7 ms</a:t>
            </a:r>
            <a:endParaRPr sz="1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 it names a play, it's right 87% of the time.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 of 30 named calls right on unseen 2026 games, live conditions · turnovers 7 of 7</a:t>
            </a:r>
            <a:endParaRPr/>
          </a:p>
        </p:txBody>
      </p:sp>
      <p:cxnSp>
        <p:nvCxnSpPr>
          <p:cNvPr id="51" name="Google Shape;51;p3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52" name="Google Shape;5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Unseen 2026 games, one-play-late live game state · when it's 80%+ sure: right ~4 in 5 across four tests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Picture 63" descr="j_confidence_ti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079" y="2075688"/>
            <a:ext cx="5606474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 arrived 18–65 seconds before ESPN’s feed.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These timings compare our alerts with ESPN’s public play-by-play feed, not live TV</a:t>
            </a:r>
            <a:endParaRPr/>
          </a:p>
        </p:txBody>
      </p:sp>
      <p:cxnSp>
        <p:nvCxnSpPr>
          <p:cNvPr id="74" name="Google Shape;74;p4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05</a:t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Live, Oct 11 2026 · real-time Kalshi stream: first buzz ~5 s after the market moves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6_live_head_start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295144"/>
            <a:ext cx="10497312" cy="34015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LIVE DEMO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LIVE: my phone + kalshi-knows.pages.dev</a:t>
            </a: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board → phone buzz → Receipts → Picks page → Auto-bettor on Kalshi's demo exchange</a:t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777240" y="2743200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1572768" y="274320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3703320" y="2743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Kalshi prices update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77240" y="3547872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1572768" y="3547872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DETECT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3703320" y="354787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model flags a jump and predicts the play</a:t>
            </a:r>
            <a:endParaRPr/>
          </a:p>
        </p:txBody>
      </p:sp>
      <p:sp>
        <p:nvSpPr>
          <p:cNvPr id="102" name="Google Shape;102;p5"/>
          <p:cNvSpPr txBox="1"/>
          <p:nvPr/>
        </p:nvSpPr>
        <p:spPr>
          <a:xfrm>
            <a:off x="777240" y="4352544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3" name="Google Shape;103;p5"/>
          <p:cNvSpPr txBox="1"/>
          <p:nvPr/>
        </p:nvSpPr>
        <p:spPr>
          <a:xfrm>
            <a:off x="1572768" y="4352544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ORDER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3703320" y="435254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auto-bettor submits a play-money order through Kalshi’s API</a:t>
            </a:r>
            <a:endParaRPr/>
          </a:p>
        </p:txBody>
      </p:sp>
      <p:sp>
        <p:nvSpPr>
          <p:cNvPr id="105" name="Google Shape;105;p5"/>
          <p:cNvSpPr txBox="1"/>
          <p:nvPr/>
        </p:nvSpPr>
        <p:spPr>
          <a:xfrm>
            <a:off x="777240" y="5157216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6" name="Google Shape;106;p5"/>
          <p:cNvSpPr txBox="1"/>
          <p:nvPr/>
        </p:nvSpPr>
        <p:spPr>
          <a:xfrm>
            <a:off x="1572768" y="5157216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CHECK</a:t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3703320" y="5157216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show the alert, order log and what actually happened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777240" y="626364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Demo exchange only · play money · not betting advice · 21+ · 1-800-GAMBLER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MARKET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$53B traded in one month across Kalshi and Polymarket.</a:t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July 2026 volume was about 26 times the level a year earlier</a:t>
            </a:r>
            <a:endParaRPr/>
          </a:p>
        </p:txBody>
      </p:sp>
      <p:cxnSp>
        <p:nvCxnSpPr>
          <p:cNvPr id="118" name="Google Shape;118;p6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19" name="Google Shape;1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976872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07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Pew Research Center / The Block, Sept 2026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1_market_volume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" y="2084832"/>
            <a:ext cx="10698480" cy="38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EXPANSION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approach could work far beyond football.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signal is a price move. The hard part is finding reliable evidence for what caused it</a:t>
            </a:r>
            <a:endParaRPr/>
          </a:p>
        </p:txBody>
      </p:sp>
      <p:cxnSp>
        <p:nvCxnSpPr>
          <p:cNvPr id="141" name="Google Shape;141;p7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7991856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08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engine, every market category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32104" y="2112264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CATEGORY</a:t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70632" y="2112264"/>
            <a:ext cx="28895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WE CHECK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15000" y="2112264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USERS GET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8759952" y="211226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WOULD USE IT</a:t>
            </a:r>
            <a:endParaRPr/>
          </a:p>
        </p:txBody>
      </p:sp>
      <p:cxnSp>
        <p:nvCxnSpPr>
          <p:cNvPr id="158" name="Google Shape;158;p7"/>
          <p:cNvCxnSpPr/>
          <p:nvPr/>
        </p:nvCxnSpPr>
        <p:spPr>
          <a:xfrm>
            <a:off x="813816" y="2505456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7"/>
          <p:cNvSpPr/>
          <p:nvPr/>
        </p:nvSpPr>
        <p:spPr>
          <a:xfrm>
            <a:off x="832104" y="2578608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SPORTS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770632" y="2578608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play-by-play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705856" y="2578608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Alerts before replays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759952" y="2578608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and viewers</a:t>
            </a:r>
            <a:endParaRPr/>
          </a:p>
        </p:txBody>
      </p:sp>
      <p:cxnSp>
        <p:nvCxnSpPr>
          <p:cNvPr id="163" name="Google Shape;163;p7"/>
          <p:cNvCxnSpPr/>
          <p:nvPr/>
        </p:nvCxnSpPr>
        <p:spPr>
          <a:xfrm>
            <a:off x="813816" y="3090672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7"/>
          <p:cNvSpPr/>
          <p:nvPr/>
        </p:nvSpPr>
        <p:spPr>
          <a:xfrm>
            <a:off x="832104" y="3163824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770632" y="3163824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 releases</a:t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705856" y="3163824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CPI / rate change alerts</a:t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759952" y="3163824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Analysts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813816" y="3675888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7"/>
          <p:cNvSpPr/>
          <p:nvPr/>
        </p:nvSpPr>
        <p:spPr>
          <a:xfrm>
            <a:off x="832104" y="3749040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CRYPTO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770632" y="3749040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Prices and exchange data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705856" y="3749040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Crash / spike alerts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8759952" y="374904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Traders</a:t>
            </a:r>
            <a:endParaRPr/>
          </a:p>
        </p:txBody>
      </p:sp>
      <p:cxnSp>
        <p:nvCxnSpPr>
          <p:cNvPr id="173" name="Google Shape;173;p7"/>
          <p:cNvCxnSpPr/>
          <p:nvPr/>
        </p:nvCxnSpPr>
        <p:spPr>
          <a:xfrm>
            <a:off x="813816" y="4261104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7"/>
          <p:cNvSpPr/>
          <p:nvPr/>
        </p:nvSpPr>
        <p:spPr>
          <a:xfrm>
            <a:off x="832104" y="4334256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70632" y="4334256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Court orders and new bills</a:t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705856" y="4334256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Ruling and policy alerts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759952" y="4334256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 teams</a:t>
            </a:r>
            <a:endParaRPr/>
          </a:p>
        </p:txBody>
      </p:sp>
      <p:cxnSp>
        <p:nvCxnSpPr>
          <p:cNvPr id="178" name="Google Shape;178;p7"/>
          <p:cNvCxnSpPr/>
          <p:nvPr/>
        </p:nvCxnSpPr>
        <p:spPr>
          <a:xfrm>
            <a:off x="813816" y="4846320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7"/>
          <p:cNvSpPr/>
          <p:nvPr/>
        </p:nvSpPr>
        <p:spPr>
          <a:xfrm>
            <a:off x="832104" y="4919472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WEATHER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770632" y="4919472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Forecasts and weather data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705856" y="4919472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Storm and temperature moves</a:t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759952" y="4919472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Insurance / operations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BUSINESS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fans. Then build the tools analysts actually need.</a:t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picks model returned +10% after fees on 2,237 markets it had never seen ($10 a pick → +$992): about double an elite bettor (~+5%).</a:t>
            </a:r>
            <a:endParaRPr/>
          </a:p>
        </p:txBody>
      </p:sp>
      <p:cxnSp>
        <p:nvCxnSpPr>
          <p:cNvPr id="192" name="Google Shape;192;p8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93" name="Google Shape;1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9006840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09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Free alerts → Pro ~$15/mo (picks + auto-bet rules) → B2B data/API · Not betting advice · 21+ ·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7724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7724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  SPORTS FANS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77724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 before the replay</a:t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77724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alerts, replays and a record of which calls were right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77724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 communities and watch parties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4507992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4507992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  RESEARCHERS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4507992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See why prices moved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507992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Search past price swings and compare them with the actual news</a:t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4507992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whether teams will pay for historical data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822960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22960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  MARKET TEAMS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822960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 many markets</a:t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22960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Flag unusual activity and pull market history through an API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822960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Talk to trading firms and exchanges before building this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NEXT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every market, a decade of data, RL on profit.</a:t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 on 4.36M+ settled markets (Kalshi + Polymarket) with reinforcement learning; today we were limited by compute and training time</a:t>
            </a:r>
            <a:endParaRPr/>
          </a:p>
        </p:txBody>
      </p:sp>
      <p:cxnSp>
        <p:nvCxnSpPr>
          <p:cNvPr id="229" name="Google Shape;229;p9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230" name="Google Shape;2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0021824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10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Public data only · Not betting advice · 21+ · Gambling problem?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86384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86384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  /  RL (GRPO) ON A GPU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86384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Reinforcement learning with a profit reward</a:t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86384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RL pipeline built and running on GPU: 2,634 real NFL betting moments, reward = profit after fees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498848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98848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AFTER THAT  /  1–3 MONTHS</a:t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498848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Make the app useful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4498848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Better alerts and replays, then test with actual users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211312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8211312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LONGER TERM  /  3–6 MONTHS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8211312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Try another category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8211312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economic or weather releases and compare market reactions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2026-10-11T21:29:32Z</dcterms:created>
  <dc:creator>Kalshi Knows · VSS Hackathon</dc:creator>
</cp:coreProperties>
</file>