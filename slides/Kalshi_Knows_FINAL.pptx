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'Our picks model made +12% after fees on 1,603 markets it had never seen. An elite bettor who wins 55% of the time makes about 5%. Break-even is 52.4%. We more than double the pros.'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'We're now training with reinforcement learning, GRPO, rewarded purely on profit, on a GPU. Next: every market, a decade of data. Today the only limit was compute and time.'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+12% after fees on 1,603 markets it had never seen: more than double an elite bettor (~+5% at 55% wins).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Reward improved 80% in its first 23 training steps; the full run is training on a GPU now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